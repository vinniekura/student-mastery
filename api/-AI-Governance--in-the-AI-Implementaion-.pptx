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20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in the Implementation Age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35204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steps for SES leaders governing AI while deployment is already happening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4434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Vinnie Kura  ·  Data Mastery  ·  datamastery.com.au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4434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Gap Is Your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0" y="777240"/>
            <a:ext cx="2560320" cy="4023360"/>
          </a:xfrm>
          <a:prstGeom prst="rect">
            <a:avLst/>
          </a:prstGeom>
          <a:solidFill>
            <a:srgbClr val="131C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77724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822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63640" y="11887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 live operational risk sitting on your watch.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hype cycle is over. AI is being deployed across federal government right now — and governance hasn't kept pace.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1371600"/>
            <a:ext cx="5486400" cy="3451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teams are buying AI tools today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teams are experimenting without oversight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are embedding AI into live workflows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agencies lack real-time visibility of AI use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goes wrong, you have no defensible position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Failure Modes Destroying Agencies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3840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777240"/>
            <a:ext cx="3840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Governance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777240"/>
            <a:ext cx="0" cy="4023360"/>
          </a:xfrm>
          <a:prstGeom prst="line">
            <a:avLst/>
          </a:prstGeom>
          <a:noFill/>
          <a:ln w="12700">
            <a:solidFill>
              <a:srgbClr val="134E4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65760" y="132588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AI use is widespread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using unapproved commercial tools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data in unassessed systems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senior leadership visibility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32588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exists but isn't operationally useful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documents too abstract to apply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decisions made without reference to governance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Committees exist; accountability doesn't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Here: Build an AI Register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0" y="777240"/>
            <a:ext cx="2560320" cy="4023360"/>
          </a:xfrm>
          <a:prstGeom prst="rect">
            <a:avLst/>
          </a:prstGeom>
          <a:solidFill>
            <a:srgbClr val="131C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77724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822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63640" y="11887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this, you cannot brief a minister, respond to audit, or make a credible risk claim.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valuable governance action right now is not a framework — it's a register of every AI system in use or procurement.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1371600"/>
            <a:ext cx="5486400" cy="3451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what each system does — not vendor marketing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named owner, not just a business unit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data it touches and its classification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whether it informs or makes decisions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what human oversight currently exists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whether a risk assessment has been completed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Register Is an Ongoing Function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822960"/>
            <a:ext cx="256032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822960"/>
            <a:ext cx="25603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005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owner per AI system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team — a person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822960"/>
            <a:ext cx="256032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822960"/>
            <a:ext cx="25603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005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38328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cadence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frequency to stay current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822960"/>
            <a:ext cx="256032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822960"/>
            <a:ext cx="25603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005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per AI entry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Function, owner, data, decisions, oversight, risk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Risk-Tier Your AI Systems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" y="1371600"/>
            <a:ext cx="0" cy="566928"/>
          </a:xfrm>
          <a:prstGeom prst="line">
            <a:avLst/>
          </a:prstGeom>
          <a:noFill/>
          <a:ln w="12700">
            <a:solidFill>
              <a:srgbClr val="134E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51560" y="822960"/>
            <a:ext cx="763524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859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Low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1207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tools, drafting aids, internal search. Human reviews all outputs. No sensitive data, no regulatory implications.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8424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" y="2487168"/>
            <a:ext cx="0" cy="566928"/>
          </a:xfrm>
          <a:prstGeom prst="line">
            <a:avLst/>
          </a:prstGeom>
          <a:noFill/>
          <a:ln w="12700">
            <a:solidFill>
              <a:srgbClr val="134E4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51560" y="1938528"/>
            <a:ext cx="763524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19751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Moderate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3225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informing decisions. May involve personal information. Outputs influence but don't determine outcomes. Requires audit trail.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99816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3054096"/>
            <a:ext cx="763524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High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34381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informing or automating consequential decisions. Requires independent assurance, bias testing, explainability, and SES sign-off before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 Truth on Risk Tiering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822960"/>
            <a:ext cx="256032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822960"/>
            <a:ext cx="25603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005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Welfare, enforcement, compliance decisions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independent assurance before deployment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822960"/>
            <a:ext cx="256032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822960"/>
            <a:ext cx="25603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005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38328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informing resource allocation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documented oversight and audit trail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822960"/>
            <a:ext cx="2560320" cy="256032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822960"/>
            <a:ext cx="25603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0058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21792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assistants, knowledge search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697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all outputs before action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Redefine 'Human in the Loop'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777240"/>
            <a:ext cx="3840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Cannot Mean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777240"/>
            <a:ext cx="384048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822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Must Mean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777240"/>
            <a:ext cx="0" cy="4023360"/>
          </a:xfrm>
          <a:prstGeom prst="line">
            <a:avLst/>
          </a:prstGeom>
          <a:noFill/>
          <a:ln w="12700">
            <a:solidFill>
              <a:srgbClr val="134E4A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65760" y="132588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300 AI outputs per day in a queue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approve under time pressure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designed into the interface, not the process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was reviewed or changed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32588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review criteria for each AI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volume limits on human reviewers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decision trail for consequential outputs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 when outputs are uncertain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SES Leaders Must Own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0" y="777240"/>
            <a:ext cx="2560320" cy="4023360"/>
          </a:xfrm>
          <a:prstGeom prst="rect">
            <a:avLst/>
          </a:prstGeom>
          <a:solidFill>
            <a:srgbClr val="131C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77724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822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63640" y="11887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delegate implementation. You cannot delegate accountability.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doesn't operate itself. These are the accountabilities that must sit with SES — not be delegated away.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1371600"/>
            <a:ext cx="5486400" cy="3451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 on Tier 3 AI deployments personally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AI register exists and is current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quarterly risk reporting on AI 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acceptable use boundaries for your agency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staff know what shadow AI looks like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your minister before they're surprised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90-Day Governance Sprint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" y="1371600"/>
            <a:ext cx="0" cy="566928"/>
          </a:xfrm>
          <a:prstGeom prst="line">
            <a:avLst/>
          </a:prstGeom>
          <a:noFill/>
          <a:ln w="12700">
            <a:solidFill>
              <a:srgbClr val="134E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51560" y="822960"/>
            <a:ext cx="763524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859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1–30: Build Visibility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1207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AI register. Assign owners. Conduct a sweep of known AI use. Identify shadow AI risks.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8424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" y="2487168"/>
            <a:ext cx="0" cy="566928"/>
          </a:xfrm>
          <a:prstGeom prst="line">
            <a:avLst/>
          </a:prstGeom>
          <a:noFill/>
          <a:ln w="12700">
            <a:solidFill>
              <a:srgbClr val="134E4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51560" y="1938528"/>
            <a:ext cx="763524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19751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31–60: Tier and Assess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3225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risk tiering to every registered system. Identify Tier 2 and 3 tools missing appropriate governance. Prioritise remediation.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99816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3054096"/>
            <a:ext cx="763524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61–90: Operationalise Oversight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34381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human-in-the-loop requirements per tier. Assign review accountabilities. Set quarterly rhythm for register and risk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Regulatory Environment Is Moving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217920" y="777240"/>
            <a:ext cx="2560320" cy="4023360"/>
          </a:xfrm>
          <a:prstGeom prst="rect">
            <a:avLst/>
          </a:prstGeom>
          <a:solidFill>
            <a:srgbClr val="131C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77724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822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63640" y="1188720"/>
            <a:ext cx="2468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Waiting for definitive regulation is not a strategy. Defensible governance is required today.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777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federal government AI governance is not operating in a vacuum — external pressure is increasing.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1371600"/>
            <a:ext cx="5486400" cy="3451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 AI Policy requires documented accountability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ANAO audits increasingly examining AI risk management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 obligations apply to AI using personal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Senate inquiries creating ministerial exposure on AI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frameworks influencing domestic expectations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rules evolving — vendor contracts matter now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Leader's Mindset Shift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777240"/>
            <a:ext cx="8229600" cy="320040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777240"/>
            <a:ext cx="109728" cy="3200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822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34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777240" y="1371600"/>
            <a:ext cx="7589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asking whether your agency has an AI policy. Start asking whether you could defend every AI deployment in your portfolio tomorrow morning.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standard is not documentation — it's defensibility.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Immediate Actions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A0F1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Mastery  ·  datamastery.com.au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0" y="4965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Vinnie Kura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" y="1371600"/>
            <a:ext cx="0" cy="566928"/>
          </a:xfrm>
          <a:prstGeom prst="line">
            <a:avLst/>
          </a:prstGeom>
          <a:noFill/>
          <a:ln w="12700">
            <a:solidFill>
              <a:srgbClr val="134E4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051560" y="822960"/>
            <a:ext cx="763524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859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the AI Register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12070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 owner today. Give them two weeks to produce a first draft covering all known AI use in your agency.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8424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" y="2487168"/>
            <a:ext cx="0" cy="566928"/>
          </a:xfrm>
          <a:prstGeom prst="line">
            <a:avLst/>
          </a:prstGeom>
          <a:noFill/>
          <a:ln w="12700">
            <a:solidFill>
              <a:srgbClr val="134E4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51560" y="1938528"/>
            <a:ext cx="763524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19751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What You Have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3225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three-tier model to your register. Identify any Tier 3 deployments without SES sign-off — those are your immediate priority.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99816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3054096"/>
            <a:ext cx="7635240" cy="1005840"/>
          </a:xfrm>
          <a:prstGeom prst="rect">
            <a:avLst/>
          </a:prstGeom>
          <a:solidFill>
            <a:srgbClr val="131C2E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Oversight Standard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343814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Tier 2 and 3 system, document what human oversight means — who, how often, what they check, and how it's recorded.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4389120"/>
            <a:ext cx="8979408" cy="754380"/>
          </a:xfrm>
          <a:prstGeom prst="rect">
            <a:avLst/>
          </a:prstGeom>
          <a:solidFill>
            <a:srgbClr val="131C2E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in the Implementation 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2514600"/>
            <a:ext cx="4114800" cy="1463040"/>
          </a:xfrm>
          <a:prstGeom prst="rect">
            <a:avLst/>
          </a:prstGeom>
          <a:solidFill>
            <a:srgbClr val="131C2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606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datamastery.com.au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vinnie.kura@gmail.com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/in/vinniekura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514600"/>
            <a:ext cx="3931920" cy="1463040"/>
          </a:xfrm>
          <a:prstGeom prst="rect">
            <a:avLst/>
          </a:prstGeom>
          <a:solidFill>
            <a:srgbClr val="134E4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30175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is already deployed in your agency — governance must catch up now, starting with an AI register and risk tiering, not another policy document.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434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Vinnie Kura  ·  Data Mastery  ·  datamastery.com.au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Governance in the Implementation Age</dc:title>
  <dc:subject>PptxGenJS Presentation</dc:subject>
  <dc:creator>Vinnie Kura — Data Mastery</dc:creator>
  <cp:lastModifiedBy>Vinnie Kura — Data Mastery</cp:lastModifiedBy>
  <cp:revision>1</cp:revision>
  <dcterms:created xsi:type="dcterms:W3CDTF">2026-04-12T12:37:11Z</dcterms:created>
  <dcterms:modified xsi:type="dcterms:W3CDTF">2026-04-12T12:37:11Z</dcterms:modified>
</cp:coreProperties>
</file>